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ETCH-03 Edge-Ring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Control token T9445-PPTX-EDGE-72. Hold the lot and correlate pressure with RF match.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4114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87680">
                <a:tc>
                  <a:txBody>
                    <a:bodyPr/>
                    <a:lstStyle/>
                    <a:p>
                      <a: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Expected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&lt;= 12 Pa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RF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&gt;= 85 %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T9445 PPTX edge-ring wafer 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Release after leak check completion and two stable monitor wafers.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T9445 PPTX Edge Ring Training</dc:title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